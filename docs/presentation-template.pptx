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solidFill>
              <a:srgbClr val="F4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3"/>
                </a:solidFill>
                <a:latin typeface="Arial"/>
              </a:defRPr>
            </a:pPr>
            <a:r>
              <a:t>Slide 1 — Problem and Security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Explain the system, the broken trust assumption, and the real-world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System Context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does the application do?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Who are the legitimate users?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decision is security-sensitive?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Broken Assumption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was incorrectly trusted?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DOM?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localStorage?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event listener?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client-supplied JSON?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50876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Security Risk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can an unauthorized user do?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is the impact?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Why is this a trust-boundary failure?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CYSE 411 — Secure Software Engineering | Secure Campus Event Check-in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solidFill>
              <a:srgbClr val="F4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3"/>
                </a:solidFill>
                <a:latin typeface="Arial"/>
              </a:defRPr>
            </a:pPr>
            <a:r>
              <a:t>Slide 2 — Vulnerabilities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Show at least two vulnerabilities with simple visual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Vulnerability 1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Name: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Demo evidence: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Vulnerability 2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Name: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Demo evidence: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0835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Console / DevTools Evidence</a:t>
            </a:r>
          </a:p>
          <a:p>
            <a:pPr>
              <a:defRPr sz="1300">
                <a:solidFill>
                  <a:srgbClr val="1F2933"/>
                </a:solidFill>
                <a:latin typeface="Consolas"/>
              </a:defRPr>
            </a:pPr>
            <a:r>
              <a:t>Paste a short command or screenshot description here.</a:t>
            </a:r>
          </a:p>
          <a:p>
            <a:pPr>
              <a:defRPr sz="1300">
                <a:solidFill>
                  <a:srgbClr val="1F2933"/>
                </a:solidFill>
                <a:latin typeface="Consolas"/>
              </a:defRPr>
            </a:pPr>
            <a:r>
              <a:t>Example: localStorage.setItem("campusSession", JSON.stringify({ role: "vip" }));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CYSE 411 — Secure Software Engineering | Secure Campus Event Check-in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solidFill>
              <a:srgbClr val="F4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33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3"/>
                </a:solidFill>
                <a:latin typeface="Arial"/>
              </a:defRPr>
            </a:pPr>
            <a:r>
              <a:t>Slide 3 — Fixes and Before/After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Explain what changed, where it changed, and why the corrected version is safer.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Before Fix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abuse case worked?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did the user control?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was the visible result?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Security Fix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Client-side or server-side?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validation was added?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unsafe logic was removed?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800" b="1">
                <a:solidFill>
                  <a:srgbClr val="006633"/>
                </a:solidFill>
                <a:latin typeface="Arial"/>
              </a:defRPr>
            </a:pPr>
            <a:r>
              <a:t>After Fix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happens now?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Why does the same attack fail?</a:t>
            </a:r>
          </a:p>
          <a:p>
            <a:pPr>
              <a:defRPr sz="1400">
                <a:solidFill>
                  <a:srgbClr val="1F2933"/>
                </a:solidFill>
                <a:latin typeface="Arial"/>
              </a:defRPr>
            </a:pPr>
            <a:r>
              <a:t>What is the remaining limitation?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CYSE 411 — Secure Software Engineering | Secure Campus Event Check-in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